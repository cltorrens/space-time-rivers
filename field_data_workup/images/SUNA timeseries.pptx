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A6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65"/>
  </p:normalViewPr>
  <p:slideViewPr>
    <p:cSldViewPr snapToGrid="0" showGuides="1">
      <p:cViewPr varScale="1">
        <p:scale>
          <a:sx n="85" d="100"/>
          <a:sy n="85" d="100"/>
        </p:scale>
        <p:origin x="960" y="1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D858-39AC-C5EE-988B-F6428F264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57DA6-EBFD-5076-0C4E-0BCF9E410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4A3F8-2F6A-6CCD-71D5-FC5B4C6A6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A0C28-99BA-DF38-2F08-0C5187C2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B18D-FC20-C8AC-A78B-D3CBD940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0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6EEA-CCF0-0B4D-B18D-EDBE42BF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A5D3B-E186-15A4-CF29-81573D141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3D73-98F8-5CB9-C22B-1AA50532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55902-48EB-CC57-0EE5-2893928D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CF2FF-85D0-7E45-0B21-36B0508D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8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8556-11CC-DC9B-AE1F-70A9F80D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F57B3-D37F-F21A-2608-725F0858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E858E-0D7D-1FC1-B1C8-182BF54B8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235ED-B5EC-713F-13EF-3105D680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FDD5-5D40-3744-26DA-A9A6513CE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81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E82D-547F-C35A-381C-9935091F9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6B52-9069-DA07-7822-3A195D5043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8007E-45D3-783A-233D-2136F14FD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CBB2-22F1-85EB-ECC8-FFD1E275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A96D1-3DDD-9CFE-BE70-32A89DE5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30EA4-911C-C754-B350-630785EF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0E14-45E8-D8B7-B4CD-FCBAB2F2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AE5A6-46BB-A49E-81C6-DA9738EAC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497B9-1565-E519-8CD2-12BF6515A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338D1-6516-A293-64FE-FD0A7A2E7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5D5B5-A880-52F3-AAF6-10CF1BA93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7B7610-EEC6-89A4-FC79-9E4E2736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42DE7-94D4-F27C-8C78-C12240EF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93D5A-6E45-4E03-2A22-A8206D02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96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6069-D511-2E7F-D8AD-E72D7BC1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BD6668-4229-BA42-E2C9-7836BEE49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A89D1-B60F-AA8C-155D-A7C26780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B3ADF-95EC-7AED-ED85-95D596F2D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25AB8-AD60-E3D7-DF0F-78C0C4571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9439F-743D-1F2E-6081-7FF99880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F3BE4-AFD3-7CE8-E8E5-737E1DC7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5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27BFB-1A1C-5ACB-FFE6-B4093D51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92F7D-4205-743E-36B6-2C6715427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D1FD2-2D41-15BD-7215-876B83B84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7C923-CF7F-0F76-50DD-E7E2FBD9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35854-D873-54F2-E404-8E3C4B1E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E2502-99A1-70ED-834C-41B7B0870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9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D47F-49C8-8802-1AED-8BE84B1E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8D5F0-EEB3-DF72-0550-4821C86A5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D2C4E-D5C3-4099-3E18-E9B7137E4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CCD473-8243-45EA-EA02-C726E967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DE211-6C4F-5EC9-4762-EF76473A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66B64-0EA4-B0F1-9D04-6A648B546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01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EAD9-8A2F-1115-9D1B-DF7CE7E2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D6CF4-284B-FFE2-FB9D-2CC016000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D156-C108-D07C-9D67-7B5CC61B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0A800-7EAF-1E6B-3217-33578AFE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9BC8E-6FE9-7025-FE19-C17E8D08F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15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F95BE3-C22E-50B1-D09A-EDDB2270F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0EE9D-8D6F-CA68-9BCE-DFE651F79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2A77E-F991-713F-0AB3-35BF28B8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70D7-A2D5-664E-3378-81622793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09943-130D-83D2-EDA9-F5EE6172C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40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BE010-7AE5-BF64-D0EF-E8FDD48B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416E8-5C06-824E-9FD8-BB39E387A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6C5AF-A103-A914-96EB-4E3AEFA8D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89A2A-5066-464E-AB3A-711F1679249C}" type="datetimeFigureOut">
              <a:rPr lang="en-US" smtClean="0"/>
              <a:t>2/12/24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BCD9C-65B5-A3CA-6BFB-B3A57A039B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E3B4E-8B45-30F4-5198-2A9F7CB06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DED62-ADB6-0643-BD71-0012E2FC9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7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5D0A2-8087-13C9-F355-A6B9E011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SUNA timeseries – </a:t>
            </a:r>
            <a:r>
              <a:rPr lang="en-US"/>
              <a:t>Nyack floodplain</a:t>
            </a:r>
            <a:endParaRPr lang="en-US" dirty="0"/>
          </a:p>
        </p:txBody>
      </p:sp>
      <p:pic>
        <p:nvPicPr>
          <p:cNvPr id="7" name="Content Placeholder 6" descr="A graph showing 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77485E8C-A6C3-391B-24BB-05B85F24D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1683"/>
            <a:ext cx="10515600" cy="4199221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86EAB3-6A13-5F9F-14C0-1932E10BDA5C}"/>
              </a:ext>
            </a:extLst>
          </p:cNvPr>
          <p:cNvSpPr/>
          <p:nvPr/>
        </p:nvSpPr>
        <p:spPr>
          <a:xfrm>
            <a:off x="5261548" y="1901682"/>
            <a:ext cx="1104746" cy="3619223"/>
          </a:xfrm>
          <a:prstGeom prst="rect">
            <a:avLst/>
          </a:prstGeom>
          <a:solidFill>
            <a:srgbClr val="23A6E2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Spring 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pool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D0003-6876-4229-1199-3486141E47EE}"/>
              </a:ext>
            </a:extLst>
          </p:cNvPr>
          <p:cNvSpPr/>
          <p:nvPr/>
        </p:nvSpPr>
        <p:spPr>
          <a:xfrm>
            <a:off x="6366294" y="1901681"/>
            <a:ext cx="966159" cy="3619223"/>
          </a:xfrm>
          <a:prstGeom prst="rect">
            <a:avLst/>
          </a:prstGeom>
          <a:solidFill>
            <a:schemeClr val="tx2">
              <a:lumMod val="25000"/>
              <a:lumOff val="75000"/>
              <a:alpha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Middle Fork</a:t>
            </a:r>
          </a:p>
        </p:txBody>
      </p:sp>
    </p:spTree>
    <p:extLst>
      <p:ext uri="{BB962C8B-B14F-4D97-AF65-F5344CB8AC3E}">
        <p14:creationId xmlns:p14="http://schemas.microsoft.com/office/powerpoint/2010/main" val="43576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SUNA timeseries – Nyack floodplain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SUNA timeseries - Nyack</dc:title>
  <dc:creator>Torrens, Christa</dc:creator>
  <cp:lastModifiedBy>Torrens, Christa</cp:lastModifiedBy>
  <cp:revision>3</cp:revision>
  <dcterms:created xsi:type="dcterms:W3CDTF">2024-02-12T21:10:45Z</dcterms:created>
  <dcterms:modified xsi:type="dcterms:W3CDTF">2024-02-12T23:09:07Z</dcterms:modified>
</cp:coreProperties>
</file>